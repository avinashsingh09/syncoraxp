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eg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56200"/>
  <p:notesSz cx="9144000" cy="5156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4770"/>
          </a:xfrm>
          <a:custGeom>
            <a:avLst/>
            <a:gdLst/>
            <a:ahLst/>
            <a:cxnLst/>
            <a:rect l="l" t="t" r="r" b="b"/>
            <a:pathLst>
              <a:path w="9144000" h="5144770">
                <a:moveTo>
                  <a:pt x="9144000" y="0"/>
                </a:moveTo>
                <a:lnTo>
                  <a:pt x="0" y="0"/>
                </a:lnTo>
                <a:lnTo>
                  <a:pt x="0" y="5144643"/>
                </a:lnTo>
                <a:lnTo>
                  <a:pt x="9144000" y="5144643"/>
                </a:lnTo>
                <a:lnTo>
                  <a:pt x="9144000" y="0"/>
                </a:lnTo>
                <a:close/>
              </a:path>
            </a:pathLst>
          </a:custGeom>
          <a:solidFill>
            <a:srgbClr val="0961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342631" y="4453128"/>
            <a:ext cx="316865" cy="688975"/>
          </a:xfrm>
          <a:custGeom>
            <a:avLst/>
            <a:gdLst/>
            <a:ahLst/>
            <a:cxnLst/>
            <a:rect l="l" t="t" r="r" b="b"/>
            <a:pathLst>
              <a:path w="316865" h="688975">
                <a:moveTo>
                  <a:pt x="158242" y="0"/>
                </a:moveTo>
                <a:lnTo>
                  <a:pt x="108203" y="8089"/>
                </a:lnTo>
                <a:lnTo>
                  <a:pt x="64770" y="30568"/>
                </a:lnTo>
                <a:lnTo>
                  <a:pt x="30479" y="64884"/>
                </a:lnTo>
                <a:lnTo>
                  <a:pt x="8000" y="108381"/>
                </a:lnTo>
                <a:lnTo>
                  <a:pt x="0" y="158470"/>
                </a:lnTo>
                <a:lnTo>
                  <a:pt x="0" y="688720"/>
                </a:lnTo>
                <a:lnTo>
                  <a:pt x="316484" y="688720"/>
                </a:lnTo>
                <a:lnTo>
                  <a:pt x="316484" y="158470"/>
                </a:lnTo>
                <a:lnTo>
                  <a:pt x="308356" y="108381"/>
                </a:lnTo>
                <a:lnTo>
                  <a:pt x="285876" y="64884"/>
                </a:lnTo>
                <a:lnTo>
                  <a:pt x="251714" y="30568"/>
                </a:lnTo>
                <a:lnTo>
                  <a:pt x="208279" y="8089"/>
                </a:lnTo>
                <a:lnTo>
                  <a:pt x="15824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99831" y="4105655"/>
            <a:ext cx="316865" cy="1036319"/>
          </a:xfrm>
          <a:custGeom>
            <a:avLst/>
            <a:gdLst/>
            <a:ahLst/>
            <a:cxnLst/>
            <a:rect l="l" t="t" r="r" b="b"/>
            <a:pathLst>
              <a:path w="316865" h="1036320">
                <a:moveTo>
                  <a:pt x="158242" y="0"/>
                </a:moveTo>
                <a:lnTo>
                  <a:pt x="108203" y="8089"/>
                </a:lnTo>
                <a:lnTo>
                  <a:pt x="64770" y="30581"/>
                </a:lnTo>
                <a:lnTo>
                  <a:pt x="30479" y="64896"/>
                </a:lnTo>
                <a:lnTo>
                  <a:pt x="8000" y="108407"/>
                </a:lnTo>
                <a:lnTo>
                  <a:pt x="0" y="158495"/>
                </a:lnTo>
                <a:lnTo>
                  <a:pt x="0" y="1036319"/>
                </a:lnTo>
                <a:lnTo>
                  <a:pt x="316484" y="1036319"/>
                </a:lnTo>
                <a:lnTo>
                  <a:pt x="316484" y="158495"/>
                </a:lnTo>
                <a:lnTo>
                  <a:pt x="308356" y="108407"/>
                </a:lnTo>
                <a:lnTo>
                  <a:pt x="285876" y="64896"/>
                </a:lnTo>
                <a:lnTo>
                  <a:pt x="251714" y="30581"/>
                </a:lnTo>
                <a:lnTo>
                  <a:pt x="208279" y="8089"/>
                </a:lnTo>
                <a:lnTo>
                  <a:pt x="15824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260080" y="3758184"/>
            <a:ext cx="316865" cy="1383665"/>
          </a:xfrm>
          <a:custGeom>
            <a:avLst/>
            <a:gdLst/>
            <a:ahLst/>
            <a:cxnLst/>
            <a:rect l="l" t="t" r="r" b="b"/>
            <a:pathLst>
              <a:path w="316865" h="1383664">
                <a:moveTo>
                  <a:pt x="158242" y="0"/>
                </a:moveTo>
                <a:lnTo>
                  <a:pt x="108203" y="8128"/>
                </a:lnTo>
                <a:lnTo>
                  <a:pt x="64770" y="30607"/>
                </a:lnTo>
                <a:lnTo>
                  <a:pt x="30479" y="64897"/>
                </a:lnTo>
                <a:lnTo>
                  <a:pt x="8000" y="108331"/>
                </a:lnTo>
                <a:lnTo>
                  <a:pt x="0" y="158432"/>
                </a:lnTo>
                <a:lnTo>
                  <a:pt x="0" y="1383283"/>
                </a:lnTo>
                <a:lnTo>
                  <a:pt x="316484" y="1383283"/>
                </a:lnTo>
                <a:lnTo>
                  <a:pt x="316484" y="158432"/>
                </a:lnTo>
                <a:lnTo>
                  <a:pt x="308355" y="108331"/>
                </a:lnTo>
                <a:lnTo>
                  <a:pt x="285876" y="64897"/>
                </a:lnTo>
                <a:lnTo>
                  <a:pt x="251714" y="30607"/>
                </a:lnTo>
                <a:lnTo>
                  <a:pt x="208279" y="8128"/>
                </a:lnTo>
                <a:lnTo>
                  <a:pt x="15824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17280" y="3410711"/>
            <a:ext cx="316865" cy="1731010"/>
          </a:xfrm>
          <a:custGeom>
            <a:avLst/>
            <a:gdLst/>
            <a:ahLst/>
            <a:cxnLst/>
            <a:rect l="l" t="t" r="r" b="b"/>
            <a:pathLst>
              <a:path w="316865" h="1731010">
                <a:moveTo>
                  <a:pt x="158242" y="0"/>
                </a:moveTo>
                <a:lnTo>
                  <a:pt x="108203" y="8127"/>
                </a:lnTo>
                <a:lnTo>
                  <a:pt x="64770" y="30606"/>
                </a:lnTo>
                <a:lnTo>
                  <a:pt x="30479" y="64896"/>
                </a:lnTo>
                <a:lnTo>
                  <a:pt x="8000" y="108457"/>
                </a:lnTo>
                <a:lnTo>
                  <a:pt x="0" y="158495"/>
                </a:lnTo>
                <a:lnTo>
                  <a:pt x="0" y="1730882"/>
                </a:lnTo>
                <a:lnTo>
                  <a:pt x="316484" y="1730882"/>
                </a:lnTo>
                <a:lnTo>
                  <a:pt x="316484" y="158495"/>
                </a:lnTo>
                <a:lnTo>
                  <a:pt x="308355" y="108457"/>
                </a:lnTo>
                <a:lnTo>
                  <a:pt x="285876" y="64896"/>
                </a:lnTo>
                <a:lnTo>
                  <a:pt x="251714" y="30606"/>
                </a:lnTo>
                <a:lnTo>
                  <a:pt x="208279" y="8127"/>
                </a:lnTo>
                <a:lnTo>
                  <a:pt x="15824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461247" y="1816608"/>
            <a:ext cx="396240" cy="399415"/>
          </a:xfrm>
          <a:custGeom>
            <a:avLst/>
            <a:gdLst/>
            <a:ahLst/>
            <a:cxnLst/>
            <a:rect l="l" t="t" r="r" b="b"/>
            <a:pathLst>
              <a:path w="396240" h="399414">
                <a:moveTo>
                  <a:pt x="198120" y="0"/>
                </a:moveTo>
                <a:lnTo>
                  <a:pt x="152653" y="5334"/>
                </a:lnTo>
                <a:lnTo>
                  <a:pt x="110998" y="20320"/>
                </a:lnTo>
                <a:lnTo>
                  <a:pt x="74168" y="43814"/>
                </a:lnTo>
                <a:lnTo>
                  <a:pt x="43560" y="74802"/>
                </a:lnTo>
                <a:lnTo>
                  <a:pt x="20066" y="111760"/>
                </a:lnTo>
                <a:lnTo>
                  <a:pt x="5206" y="153797"/>
                </a:lnTo>
                <a:lnTo>
                  <a:pt x="0" y="199517"/>
                </a:lnTo>
                <a:lnTo>
                  <a:pt x="5206" y="245363"/>
                </a:lnTo>
                <a:lnTo>
                  <a:pt x="20066" y="287400"/>
                </a:lnTo>
                <a:lnTo>
                  <a:pt x="43560" y="324357"/>
                </a:lnTo>
                <a:lnTo>
                  <a:pt x="74168" y="355345"/>
                </a:lnTo>
                <a:lnTo>
                  <a:pt x="110998" y="378841"/>
                </a:lnTo>
                <a:lnTo>
                  <a:pt x="152653" y="393826"/>
                </a:lnTo>
                <a:lnTo>
                  <a:pt x="198120" y="399161"/>
                </a:lnTo>
                <a:lnTo>
                  <a:pt x="243585" y="393826"/>
                </a:lnTo>
                <a:lnTo>
                  <a:pt x="285242" y="378841"/>
                </a:lnTo>
                <a:lnTo>
                  <a:pt x="322072" y="355345"/>
                </a:lnTo>
                <a:lnTo>
                  <a:pt x="352678" y="324357"/>
                </a:lnTo>
                <a:lnTo>
                  <a:pt x="376174" y="287400"/>
                </a:lnTo>
                <a:lnTo>
                  <a:pt x="391032" y="245363"/>
                </a:lnTo>
                <a:lnTo>
                  <a:pt x="396240" y="199517"/>
                </a:lnTo>
                <a:lnTo>
                  <a:pt x="391032" y="153797"/>
                </a:lnTo>
                <a:lnTo>
                  <a:pt x="376174" y="111760"/>
                </a:lnTo>
                <a:lnTo>
                  <a:pt x="352678" y="74802"/>
                </a:lnTo>
                <a:lnTo>
                  <a:pt x="322072" y="43814"/>
                </a:lnTo>
                <a:lnTo>
                  <a:pt x="285242" y="20320"/>
                </a:lnTo>
                <a:lnTo>
                  <a:pt x="243585" y="5334"/>
                </a:lnTo>
                <a:lnTo>
                  <a:pt x="198120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470903" y="348081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53670" y="0"/>
                </a:moveTo>
                <a:lnTo>
                  <a:pt x="105155" y="9651"/>
                </a:lnTo>
                <a:lnTo>
                  <a:pt x="62229" y="33273"/>
                </a:lnTo>
                <a:lnTo>
                  <a:pt x="28194" y="69087"/>
                </a:lnTo>
                <a:lnTo>
                  <a:pt x="6223" y="115442"/>
                </a:lnTo>
                <a:lnTo>
                  <a:pt x="0" y="166369"/>
                </a:lnTo>
                <a:lnTo>
                  <a:pt x="9651" y="214883"/>
                </a:lnTo>
                <a:lnTo>
                  <a:pt x="33274" y="257809"/>
                </a:lnTo>
                <a:lnTo>
                  <a:pt x="69088" y="291845"/>
                </a:lnTo>
                <a:lnTo>
                  <a:pt x="115443" y="313689"/>
                </a:lnTo>
                <a:lnTo>
                  <a:pt x="166370" y="320039"/>
                </a:lnTo>
                <a:lnTo>
                  <a:pt x="214756" y="310387"/>
                </a:lnTo>
                <a:lnTo>
                  <a:pt x="257682" y="286765"/>
                </a:lnTo>
                <a:lnTo>
                  <a:pt x="291846" y="250951"/>
                </a:lnTo>
                <a:lnTo>
                  <a:pt x="313690" y="204596"/>
                </a:lnTo>
                <a:lnTo>
                  <a:pt x="320040" y="153796"/>
                </a:lnTo>
                <a:lnTo>
                  <a:pt x="310388" y="105155"/>
                </a:lnTo>
                <a:lnTo>
                  <a:pt x="286766" y="62229"/>
                </a:lnTo>
                <a:lnTo>
                  <a:pt x="250825" y="28193"/>
                </a:lnTo>
                <a:lnTo>
                  <a:pt x="204470" y="6222"/>
                </a:lnTo>
                <a:lnTo>
                  <a:pt x="153670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647431" y="2703576"/>
            <a:ext cx="636905" cy="636905"/>
          </a:xfrm>
          <a:custGeom>
            <a:avLst/>
            <a:gdLst/>
            <a:ahLst/>
            <a:cxnLst/>
            <a:rect l="l" t="t" r="r" b="b"/>
            <a:pathLst>
              <a:path w="636904" h="636904">
                <a:moveTo>
                  <a:pt x="318262" y="0"/>
                </a:moveTo>
                <a:lnTo>
                  <a:pt x="314198" y="254"/>
                </a:lnTo>
                <a:lnTo>
                  <a:pt x="309499" y="126"/>
                </a:lnTo>
                <a:lnTo>
                  <a:pt x="286512" y="2286"/>
                </a:lnTo>
                <a:lnTo>
                  <a:pt x="271272" y="3429"/>
                </a:lnTo>
                <a:lnTo>
                  <a:pt x="268350" y="4063"/>
                </a:lnTo>
                <a:lnTo>
                  <a:pt x="265175" y="4444"/>
                </a:lnTo>
                <a:lnTo>
                  <a:pt x="243204" y="9779"/>
                </a:lnTo>
                <a:lnTo>
                  <a:pt x="226314" y="13462"/>
                </a:lnTo>
                <a:lnTo>
                  <a:pt x="224154" y="14350"/>
                </a:lnTo>
                <a:lnTo>
                  <a:pt x="221742" y="14858"/>
                </a:lnTo>
                <a:lnTo>
                  <a:pt x="201041" y="23113"/>
                </a:lnTo>
                <a:lnTo>
                  <a:pt x="184150" y="29591"/>
                </a:lnTo>
                <a:lnTo>
                  <a:pt x="182245" y="30606"/>
                </a:lnTo>
                <a:lnTo>
                  <a:pt x="179704" y="31623"/>
                </a:lnTo>
                <a:lnTo>
                  <a:pt x="144907" y="51307"/>
                </a:lnTo>
                <a:lnTo>
                  <a:pt x="142748" y="52958"/>
                </a:lnTo>
                <a:lnTo>
                  <a:pt x="139826" y="54610"/>
                </a:lnTo>
                <a:lnTo>
                  <a:pt x="126238" y="65405"/>
                </a:lnTo>
                <a:lnTo>
                  <a:pt x="109474" y="78105"/>
                </a:lnTo>
                <a:lnTo>
                  <a:pt x="106552" y="81025"/>
                </a:lnTo>
                <a:lnTo>
                  <a:pt x="102870" y="83819"/>
                </a:lnTo>
                <a:lnTo>
                  <a:pt x="103250" y="84327"/>
                </a:lnTo>
                <a:lnTo>
                  <a:pt x="78104" y="109474"/>
                </a:lnTo>
                <a:lnTo>
                  <a:pt x="51308" y="145033"/>
                </a:lnTo>
                <a:lnTo>
                  <a:pt x="29591" y="184150"/>
                </a:lnTo>
                <a:lnTo>
                  <a:pt x="13462" y="226313"/>
                </a:lnTo>
                <a:lnTo>
                  <a:pt x="3428" y="271271"/>
                </a:lnTo>
                <a:lnTo>
                  <a:pt x="0" y="318262"/>
                </a:lnTo>
                <a:lnTo>
                  <a:pt x="3428" y="365251"/>
                </a:lnTo>
                <a:lnTo>
                  <a:pt x="13462" y="410210"/>
                </a:lnTo>
                <a:lnTo>
                  <a:pt x="29591" y="452374"/>
                </a:lnTo>
                <a:lnTo>
                  <a:pt x="51308" y="491617"/>
                </a:lnTo>
                <a:lnTo>
                  <a:pt x="78104" y="527050"/>
                </a:lnTo>
                <a:lnTo>
                  <a:pt x="109474" y="558419"/>
                </a:lnTo>
                <a:lnTo>
                  <a:pt x="144907" y="585216"/>
                </a:lnTo>
                <a:lnTo>
                  <a:pt x="184150" y="606932"/>
                </a:lnTo>
                <a:lnTo>
                  <a:pt x="226314" y="623062"/>
                </a:lnTo>
                <a:lnTo>
                  <a:pt x="271272" y="633094"/>
                </a:lnTo>
                <a:lnTo>
                  <a:pt x="318262" y="636524"/>
                </a:lnTo>
                <a:lnTo>
                  <a:pt x="365251" y="633094"/>
                </a:lnTo>
                <a:lnTo>
                  <a:pt x="410210" y="623062"/>
                </a:lnTo>
                <a:lnTo>
                  <a:pt x="452374" y="606932"/>
                </a:lnTo>
                <a:lnTo>
                  <a:pt x="491490" y="585216"/>
                </a:lnTo>
                <a:lnTo>
                  <a:pt x="527050" y="558419"/>
                </a:lnTo>
                <a:lnTo>
                  <a:pt x="558419" y="527050"/>
                </a:lnTo>
                <a:lnTo>
                  <a:pt x="585216" y="491617"/>
                </a:lnTo>
                <a:lnTo>
                  <a:pt x="606933" y="452374"/>
                </a:lnTo>
                <a:lnTo>
                  <a:pt x="623062" y="410210"/>
                </a:lnTo>
                <a:lnTo>
                  <a:pt x="633095" y="365251"/>
                </a:lnTo>
                <a:lnTo>
                  <a:pt x="636270" y="322580"/>
                </a:lnTo>
                <a:lnTo>
                  <a:pt x="636524" y="322580"/>
                </a:lnTo>
                <a:lnTo>
                  <a:pt x="636524" y="318262"/>
                </a:lnTo>
                <a:lnTo>
                  <a:pt x="633476" y="274193"/>
                </a:lnTo>
                <a:lnTo>
                  <a:pt x="623062" y="226313"/>
                </a:lnTo>
                <a:lnTo>
                  <a:pt x="606933" y="184150"/>
                </a:lnTo>
                <a:lnTo>
                  <a:pt x="585216" y="145033"/>
                </a:lnTo>
                <a:lnTo>
                  <a:pt x="583692" y="143001"/>
                </a:lnTo>
                <a:lnTo>
                  <a:pt x="582549" y="140969"/>
                </a:lnTo>
                <a:lnTo>
                  <a:pt x="573151" y="129031"/>
                </a:lnTo>
                <a:lnTo>
                  <a:pt x="558419" y="109474"/>
                </a:lnTo>
                <a:lnTo>
                  <a:pt x="555498" y="106552"/>
                </a:lnTo>
                <a:lnTo>
                  <a:pt x="552703" y="102869"/>
                </a:lnTo>
                <a:lnTo>
                  <a:pt x="540131" y="91186"/>
                </a:lnTo>
                <a:lnTo>
                  <a:pt x="527050" y="78105"/>
                </a:lnTo>
                <a:lnTo>
                  <a:pt x="522732" y="74802"/>
                </a:lnTo>
                <a:lnTo>
                  <a:pt x="518287" y="70612"/>
                </a:lnTo>
                <a:lnTo>
                  <a:pt x="504444" y="60960"/>
                </a:lnTo>
                <a:lnTo>
                  <a:pt x="491490" y="51307"/>
                </a:lnTo>
                <a:lnTo>
                  <a:pt x="486156" y="48260"/>
                </a:lnTo>
                <a:lnTo>
                  <a:pt x="480441" y="44323"/>
                </a:lnTo>
                <a:lnTo>
                  <a:pt x="465963" y="37083"/>
                </a:lnTo>
                <a:lnTo>
                  <a:pt x="452374" y="29591"/>
                </a:lnTo>
                <a:lnTo>
                  <a:pt x="446150" y="27177"/>
                </a:lnTo>
                <a:lnTo>
                  <a:pt x="440054" y="24130"/>
                </a:lnTo>
                <a:lnTo>
                  <a:pt x="424942" y="19176"/>
                </a:lnTo>
                <a:lnTo>
                  <a:pt x="410210" y="13462"/>
                </a:lnTo>
                <a:lnTo>
                  <a:pt x="403606" y="12064"/>
                </a:lnTo>
                <a:lnTo>
                  <a:pt x="397637" y="10032"/>
                </a:lnTo>
                <a:lnTo>
                  <a:pt x="381000" y="6985"/>
                </a:lnTo>
                <a:lnTo>
                  <a:pt x="365251" y="3429"/>
                </a:lnTo>
                <a:lnTo>
                  <a:pt x="359537" y="3048"/>
                </a:lnTo>
                <a:lnTo>
                  <a:pt x="353822" y="2031"/>
                </a:lnTo>
                <a:lnTo>
                  <a:pt x="333501" y="1143"/>
                </a:lnTo>
                <a:lnTo>
                  <a:pt x="31826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461247" y="1816608"/>
            <a:ext cx="396240" cy="399415"/>
          </a:xfrm>
          <a:custGeom>
            <a:avLst/>
            <a:gdLst/>
            <a:ahLst/>
            <a:cxnLst/>
            <a:rect l="l" t="t" r="r" b="b"/>
            <a:pathLst>
              <a:path w="396240" h="399414">
                <a:moveTo>
                  <a:pt x="197993" y="0"/>
                </a:moveTo>
                <a:lnTo>
                  <a:pt x="135381" y="10160"/>
                </a:lnTo>
                <a:lnTo>
                  <a:pt x="79248" y="39877"/>
                </a:lnTo>
                <a:lnTo>
                  <a:pt x="45974" y="71500"/>
                </a:lnTo>
                <a:lnTo>
                  <a:pt x="21590" y="108712"/>
                </a:lnTo>
                <a:lnTo>
                  <a:pt x="6096" y="149860"/>
                </a:lnTo>
                <a:lnTo>
                  <a:pt x="0" y="193167"/>
                </a:lnTo>
                <a:lnTo>
                  <a:pt x="3301" y="236855"/>
                </a:lnTo>
                <a:lnTo>
                  <a:pt x="16382" y="279526"/>
                </a:lnTo>
                <a:lnTo>
                  <a:pt x="39497" y="319278"/>
                </a:lnTo>
                <a:lnTo>
                  <a:pt x="70866" y="352679"/>
                </a:lnTo>
                <a:lnTo>
                  <a:pt x="107823" y="377317"/>
                </a:lnTo>
                <a:lnTo>
                  <a:pt x="148590" y="392811"/>
                </a:lnTo>
                <a:lnTo>
                  <a:pt x="191516" y="399034"/>
                </a:lnTo>
                <a:lnTo>
                  <a:pt x="234950" y="395731"/>
                </a:lnTo>
                <a:lnTo>
                  <a:pt x="277241" y="382524"/>
                </a:lnTo>
                <a:lnTo>
                  <a:pt x="316737" y="359282"/>
                </a:lnTo>
                <a:lnTo>
                  <a:pt x="350011" y="327660"/>
                </a:lnTo>
                <a:lnTo>
                  <a:pt x="374396" y="290449"/>
                </a:lnTo>
                <a:lnTo>
                  <a:pt x="389890" y="249300"/>
                </a:lnTo>
                <a:lnTo>
                  <a:pt x="395985" y="205994"/>
                </a:lnTo>
                <a:lnTo>
                  <a:pt x="392683" y="162306"/>
                </a:lnTo>
                <a:lnTo>
                  <a:pt x="379602" y="119634"/>
                </a:lnTo>
                <a:lnTo>
                  <a:pt x="356488" y="79883"/>
                </a:lnTo>
                <a:lnTo>
                  <a:pt x="197993" y="199517"/>
                </a:lnTo>
                <a:lnTo>
                  <a:pt x="197993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077200" y="301752"/>
            <a:ext cx="624840" cy="627380"/>
          </a:xfrm>
          <a:custGeom>
            <a:avLst/>
            <a:gdLst/>
            <a:ahLst/>
            <a:cxnLst/>
            <a:rect l="l" t="t" r="r" b="b"/>
            <a:pathLst>
              <a:path w="624840" h="627380">
                <a:moveTo>
                  <a:pt x="305943" y="0"/>
                </a:moveTo>
                <a:lnTo>
                  <a:pt x="295275" y="1015"/>
                </a:lnTo>
                <a:lnTo>
                  <a:pt x="284352" y="1269"/>
                </a:lnTo>
                <a:lnTo>
                  <a:pt x="272160" y="3175"/>
                </a:lnTo>
                <a:lnTo>
                  <a:pt x="259842" y="4317"/>
                </a:lnTo>
                <a:lnTo>
                  <a:pt x="250063" y="6730"/>
                </a:lnTo>
                <a:lnTo>
                  <a:pt x="241300" y="8127"/>
                </a:lnTo>
                <a:lnTo>
                  <a:pt x="229361" y="11810"/>
                </a:lnTo>
                <a:lnTo>
                  <a:pt x="215900" y="15112"/>
                </a:lnTo>
                <a:lnTo>
                  <a:pt x="207264" y="18668"/>
                </a:lnTo>
                <a:lnTo>
                  <a:pt x="199644" y="21081"/>
                </a:lnTo>
                <a:lnTo>
                  <a:pt x="187959" y="26542"/>
                </a:lnTo>
                <a:lnTo>
                  <a:pt x="174751" y="31876"/>
                </a:lnTo>
                <a:lnTo>
                  <a:pt x="167258" y="36321"/>
                </a:lnTo>
                <a:lnTo>
                  <a:pt x="159893" y="39750"/>
                </a:lnTo>
                <a:lnTo>
                  <a:pt x="148590" y="47243"/>
                </a:lnTo>
                <a:lnTo>
                  <a:pt x="136778" y="54101"/>
                </a:lnTo>
                <a:lnTo>
                  <a:pt x="130175" y="59308"/>
                </a:lnTo>
                <a:lnTo>
                  <a:pt x="122808" y="64262"/>
                </a:lnTo>
                <a:lnTo>
                  <a:pt x="113029" y="72897"/>
                </a:lnTo>
                <a:lnTo>
                  <a:pt x="102489" y="81279"/>
                </a:lnTo>
                <a:lnTo>
                  <a:pt x="95884" y="88264"/>
                </a:lnTo>
                <a:lnTo>
                  <a:pt x="89026" y="94360"/>
                </a:lnTo>
                <a:lnTo>
                  <a:pt x="81788" y="102996"/>
                </a:lnTo>
                <a:lnTo>
                  <a:pt x="72390" y="112775"/>
                </a:lnTo>
                <a:lnTo>
                  <a:pt x="65150" y="122808"/>
                </a:lnTo>
                <a:lnTo>
                  <a:pt x="59308" y="129920"/>
                </a:lnTo>
                <a:lnTo>
                  <a:pt x="54355" y="137794"/>
                </a:lnTo>
                <a:lnTo>
                  <a:pt x="46735" y="148335"/>
                </a:lnTo>
                <a:lnTo>
                  <a:pt x="40258" y="160781"/>
                </a:lnTo>
                <a:lnTo>
                  <a:pt x="34925" y="169417"/>
                </a:lnTo>
                <a:lnTo>
                  <a:pt x="31369" y="177672"/>
                </a:lnTo>
                <a:lnTo>
                  <a:pt x="26289" y="187451"/>
                </a:lnTo>
                <a:lnTo>
                  <a:pt x="21717" y="200405"/>
                </a:lnTo>
                <a:lnTo>
                  <a:pt x="17018" y="211073"/>
                </a:lnTo>
                <a:lnTo>
                  <a:pt x="14731" y="219837"/>
                </a:lnTo>
                <a:lnTo>
                  <a:pt x="11302" y="229362"/>
                </a:lnTo>
                <a:lnTo>
                  <a:pt x="8763" y="242188"/>
                </a:lnTo>
                <a:lnTo>
                  <a:pt x="5588" y="254126"/>
                </a:lnTo>
                <a:lnTo>
                  <a:pt x="4445" y="263905"/>
                </a:lnTo>
                <a:lnTo>
                  <a:pt x="2413" y="273812"/>
                </a:lnTo>
                <a:lnTo>
                  <a:pt x="1777" y="285622"/>
                </a:lnTo>
                <a:lnTo>
                  <a:pt x="380" y="297941"/>
                </a:lnTo>
                <a:lnTo>
                  <a:pt x="507" y="309498"/>
                </a:lnTo>
                <a:lnTo>
                  <a:pt x="0" y="320293"/>
                </a:lnTo>
                <a:lnTo>
                  <a:pt x="761" y="320293"/>
                </a:lnTo>
                <a:lnTo>
                  <a:pt x="8127" y="385063"/>
                </a:lnTo>
                <a:lnTo>
                  <a:pt x="20954" y="426973"/>
                </a:lnTo>
                <a:lnTo>
                  <a:pt x="39624" y="466851"/>
                </a:lnTo>
                <a:lnTo>
                  <a:pt x="63880" y="504189"/>
                </a:lnTo>
                <a:lnTo>
                  <a:pt x="93852" y="538098"/>
                </a:lnTo>
                <a:lnTo>
                  <a:pt x="129285" y="568070"/>
                </a:lnTo>
                <a:lnTo>
                  <a:pt x="168655" y="592581"/>
                </a:lnTo>
                <a:lnTo>
                  <a:pt x="210184" y="610488"/>
                </a:lnTo>
                <a:lnTo>
                  <a:pt x="252983" y="622045"/>
                </a:lnTo>
                <a:lnTo>
                  <a:pt x="296545" y="627252"/>
                </a:lnTo>
                <a:lnTo>
                  <a:pt x="340232" y="626363"/>
                </a:lnTo>
                <a:lnTo>
                  <a:pt x="383285" y="619505"/>
                </a:lnTo>
                <a:lnTo>
                  <a:pt x="424942" y="606551"/>
                </a:lnTo>
                <a:lnTo>
                  <a:pt x="464693" y="587882"/>
                </a:lnTo>
                <a:lnTo>
                  <a:pt x="501776" y="563371"/>
                </a:lnTo>
                <a:lnTo>
                  <a:pt x="503300" y="561975"/>
                </a:lnTo>
                <a:lnTo>
                  <a:pt x="504317" y="561466"/>
                </a:lnTo>
                <a:lnTo>
                  <a:pt x="512191" y="554101"/>
                </a:lnTo>
                <a:lnTo>
                  <a:pt x="535558" y="533272"/>
                </a:lnTo>
                <a:lnTo>
                  <a:pt x="537718" y="530732"/>
                </a:lnTo>
                <a:lnTo>
                  <a:pt x="540003" y="528573"/>
                </a:lnTo>
                <a:lnTo>
                  <a:pt x="565276" y="497713"/>
                </a:lnTo>
                <a:lnTo>
                  <a:pt x="567308" y="494538"/>
                </a:lnTo>
                <a:lnTo>
                  <a:pt x="570102" y="490981"/>
                </a:lnTo>
                <a:lnTo>
                  <a:pt x="579247" y="474979"/>
                </a:lnTo>
                <a:lnTo>
                  <a:pt x="589660" y="458215"/>
                </a:lnTo>
                <a:lnTo>
                  <a:pt x="591693" y="453389"/>
                </a:lnTo>
                <a:lnTo>
                  <a:pt x="594105" y="449198"/>
                </a:lnTo>
                <a:lnTo>
                  <a:pt x="599440" y="435355"/>
                </a:lnTo>
                <a:lnTo>
                  <a:pt x="607441" y="416559"/>
                </a:lnTo>
                <a:lnTo>
                  <a:pt x="609346" y="409701"/>
                </a:lnTo>
                <a:lnTo>
                  <a:pt x="611377" y="404240"/>
                </a:lnTo>
                <a:lnTo>
                  <a:pt x="614172" y="391413"/>
                </a:lnTo>
                <a:lnTo>
                  <a:pt x="618998" y="373506"/>
                </a:lnTo>
                <a:lnTo>
                  <a:pt x="620141" y="364235"/>
                </a:lnTo>
                <a:lnTo>
                  <a:pt x="621792" y="356742"/>
                </a:lnTo>
                <a:lnTo>
                  <a:pt x="622426" y="344931"/>
                </a:lnTo>
                <a:lnTo>
                  <a:pt x="624204" y="329691"/>
                </a:lnTo>
                <a:lnTo>
                  <a:pt x="623951" y="317500"/>
                </a:lnTo>
                <a:lnTo>
                  <a:pt x="624585" y="307339"/>
                </a:lnTo>
                <a:lnTo>
                  <a:pt x="623570" y="296671"/>
                </a:lnTo>
                <a:lnTo>
                  <a:pt x="623316" y="285876"/>
                </a:lnTo>
                <a:lnTo>
                  <a:pt x="621410" y="273684"/>
                </a:lnTo>
                <a:lnTo>
                  <a:pt x="620268" y="261112"/>
                </a:lnTo>
                <a:lnTo>
                  <a:pt x="617854" y="251332"/>
                </a:lnTo>
                <a:lnTo>
                  <a:pt x="616457" y="242569"/>
                </a:lnTo>
                <a:lnTo>
                  <a:pt x="612901" y="230885"/>
                </a:lnTo>
                <a:lnTo>
                  <a:pt x="609473" y="217042"/>
                </a:lnTo>
                <a:lnTo>
                  <a:pt x="605917" y="208152"/>
                </a:lnTo>
                <a:lnTo>
                  <a:pt x="603630" y="200659"/>
                </a:lnTo>
                <a:lnTo>
                  <a:pt x="598297" y="189229"/>
                </a:lnTo>
                <a:lnTo>
                  <a:pt x="592835" y="175767"/>
                </a:lnTo>
                <a:lnTo>
                  <a:pt x="588391" y="168147"/>
                </a:lnTo>
                <a:lnTo>
                  <a:pt x="584961" y="160781"/>
                </a:lnTo>
                <a:lnTo>
                  <a:pt x="577723" y="149605"/>
                </a:lnTo>
                <a:lnTo>
                  <a:pt x="570738" y="137540"/>
                </a:lnTo>
                <a:lnTo>
                  <a:pt x="565403" y="130809"/>
                </a:lnTo>
                <a:lnTo>
                  <a:pt x="560704" y="123443"/>
                </a:lnTo>
                <a:lnTo>
                  <a:pt x="552069" y="113664"/>
                </a:lnTo>
                <a:lnTo>
                  <a:pt x="543814" y="103123"/>
                </a:lnTo>
                <a:lnTo>
                  <a:pt x="536828" y="96519"/>
                </a:lnTo>
                <a:lnTo>
                  <a:pt x="530732" y="89534"/>
                </a:lnTo>
                <a:lnTo>
                  <a:pt x="521843" y="82041"/>
                </a:lnTo>
                <a:lnTo>
                  <a:pt x="512318" y="72770"/>
                </a:lnTo>
                <a:lnTo>
                  <a:pt x="502666" y="65785"/>
                </a:lnTo>
                <a:lnTo>
                  <a:pt x="495300" y="59562"/>
                </a:lnTo>
                <a:lnTo>
                  <a:pt x="487045" y="54482"/>
                </a:lnTo>
                <a:lnTo>
                  <a:pt x="476884" y="47116"/>
                </a:lnTo>
                <a:lnTo>
                  <a:pt x="464947" y="40639"/>
                </a:lnTo>
                <a:lnTo>
                  <a:pt x="455929" y="35051"/>
                </a:lnTo>
                <a:lnTo>
                  <a:pt x="447675" y="31622"/>
                </a:lnTo>
                <a:lnTo>
                  <a:pt x="438150" y="26415"/>
                </a:lnTo>
                <a:lnTo>
                  <a:pt x="425196" y="21843"/>
                </a:lnTo>
                <a:lnTo>
                  <a:pt x="414400" y="17144"/>
                </a:lnTo>
                <a:lnTo>
                  <a:pt x="405765" y="14858"/>
                </a:lnTo>
                <a:lnTo>
                  <a:pt x="396367" y="11429"/>
                </a:lnTo>
                <a:lnTo>
                  <a:pt x="383413" y="8889"/>
                </a:lnTo>
                <a:lnTo>
                  <a:pt x="371601" y="5587"/>
                </a:lnTo>
                <a:lnTo>
                  <a:pt x="361823" y="4444"/>
                </a:lnTo>
                <a:lnTo>
                  <a:pt x="352044" y="2412"/>
                </a:lnTo>
                <a:lnTo>
                  <a:pt x="340232" y="1777"/>
                </a:lnTo>
                <a:lnTo>
                  <a:pt x="328041" y="380"/>
                </a:lnTo>
                <a:lnTo>
                  <a:pt x="316610" y="634"/>
                </a:lnTo>
                <a:lnTo>
                  <a:pt x="305943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401055" y="356616"/>
            <a:ext cx="2575560" cy="2575560"/>
          </a:xfrm>
          <a:custGeom>
            <a:avLst/>
            <a:gdLst/>
            <a:ahLst/>
            <a:cxnLst/>
            <a:rect l="l" t="t" r="r" b="b"/>
            <a:pathLst>
              <a:path w="2575559" h="2575560">
                <a:moveTo>
                  <a:pt x="1287652" y="0"/>
                </a:moveTo>
                <a:lnTo>
                  <a:pt x="1239393" y="888"/>
                </a:lnTo>
                <a:lnTo>
                  <a:pt x="1191514" y="3555"/>
                </a:lnTo>
                <a:lnTo>
                  <a:pt x="1144143" y="7874"/>
                </a:lnTo>
                <a:lnTo>
                  <a:pt x="1097407" y="13969"/>
                </a:lnTo>
                <a:lnTo>
                  <a:pt x="1051052" y="21716"/>
                </a:lnTo>
                <a:lnTo>
                  <a:pt x="1005332" y="30987"/>
                </a:lnTo>
                <a:lnTo>
                  <a:pt x="960247" y="42037"/>
                </a:lnTo>
                <a:lnTo>
                  <a:pt x="915797" y="54482"/>
                </a:lnTo>
                <a:lnTo>
                  <a:pt x="871982" y="68579"/>
                </a:lnTo>
                <a:lnTo>
                  <a:pt x="828802" y="84200"/>
                </a:lnTo>
                <a:lnTo>
                  <a:pt x="786511" y="101218"/>
                </a:lnTo>
                <a:lnTo>
                  <a:pt x="744855" y="119633"/>
                </a:lnTo>
                <a:lnTo>
                  <a:pt x="704088" y="139573"/>
                </a:lnTo>
                <a:lnTo>
                  <a:pt x="663956" y="160908"/>
                </a:lnTo>
                <a:lnTo>
                  <a:pt x="624840" y="183514"/>
                </a:lnTo>
                <a:lnTo>
                  <a:pt x="586613" y="207517"/>
                </a:lnTo>
                <a:lnTo>
                  <a:pt x="549275" y="232663"/>
                </a:lnTo>
                <a:lnTo>
                  <a:pt x="512826" y="259206"/>
                </a:lnTo>
                <a:lnTo>
                  <a:pt x="477393" y="286892"/>
                </a:lnTo>
                <a:lnTo>
                  <a:pt x="442976" y="315849"/>
                </a:lnTo>
                <a:lnTo>
                  <a:pt x="409575" y="345948"/>
                </a:lnTo>
                <a:lnTo>
                  <a:pt x="377190" y="377189"/>
                </a:lnTo>
                <a:lnTo>
                  <a:pt x="346075" y="409575"/>
                </a:lnTo>
                <a:lnTo>
                  <a:pt x="315976" y="442849"/>
                </a:lnTo>
                <a:lnTo>
                  <a:pt x="287020" y="477392"/>
                </a:lnTo>
                <a:lnTo>
                  <a:pt x="259334" y="512825"/>
                </a:lnTo>
                <a:lnTo>
                  <a:pt x="232791" y="549275"/>
                </a:lnTo>
                <a:lnTo>
                  <a:pt x="207518" y="586613"/>
                </a:lnTo>
                <a:lnTo>
                  <a:pt x="183642" y="624839"/>
                </a:lnTo>
                <a:lnTo>
                  <a:pt x="161036" y="664082"/>
                </a:lnTo>
                <a:lnTo>
                  <a:pt x="139700" y="704088"/>
                </a:lnTo>
                <a:lnTo>
                  <a:pt x="119761" y="744854"/>
                </a:lnTo>
                <a:lnTo>
                  <a:pt x="101346" y="786511"/>
                </a:lnTo>
                <a:lnTo>
                  <a:pt x="84328" y="828928"/>
                </a:lnTo>
                <a:lnTo>
                  <a:pt x="68707" y="871981"/>
                </a:lnTo>
                <a:lnTo>
                  <a:pt x="54610" y="915796"/>
                </a:lnTo>
                <a:lnTo>
                  <a:pt x="42164" y="960374"/>
                </a:lnTo>
                <a:lnTo>
                  <a:pt x="31242" y="1005458"/>
                </a:lnTo>
                <a:lnTo>
                  <a:pt x="21844" y="1051178"/>
                </a:lnTo>
                <a:lnTo>
                  <a:pt x="14097" y="1097533"/>
                </a:lnTo>
                <a:lnTo>
                  <a:pt x="8001" y="1144269"/>
                </a:lnTo>
                <a:lnTo>
                  <a:pt x="3683" y="1191640"/>
                </a:lnTo>
                <a:lnTo>
                  <a:pt x="1016" y="1239519"/>
                </a:lnTo>
                <a:lnTo>
                  <a:pt x="0" y="1298955"/>
                </a:lnTo>
                <a:lnTo>
                  <a:pt x="1016" y="1344167"/>
                </a:lnTo>
                <a:lnTo>
                  <a:pt x="3556" y="1389379"/>
                </a:lnTo>
                <a:lnTo>
                  <a:pt x="7747" y="1434591"/>
                </a:lnTo>
                <a:lnTo>
                  <a:pt x="13462" y="1479677"/>
                </a:lnTo>
                <a:lnTo>
                  <a:pt x="20828" y="1524762"/>
                </a:lnTo>
                <a:lnTo>
                  <a:pt x="29845" y="1569592"/>
                </a:lnTo>
                <a:lnTo>
                  <a:pt x="40513" y="1614170"/>
                </a:lnTo>
                <a:lnTo>
                  <a:pt x="52832" y="1658620"/>
                </a:lnTo>
                <a:lnTo>
                  <a:pt x="66802" y="1702689"/>
                </a:lnTo>
                <a:lnTo>
                  <a:pt x="82296" y="1746503"/>
                </a:lnTo>
                <a:lnTo>
                  <a:pt x="99568" y="1789937"/>
                </a:lnTo>
                <a:lnTo>
                  <a:pt x="118618" y="1832990"/>
                </a:lnTo>
                <a:lnTo>
                  <a:pt x="139192" y="1875408"/>
                </a:lnTo>
                <a:lnTo>
                  <a:pt x="161544" y="1917445"/>
                </a:lnTo>
                <a:lnTo>
                  <a:pt x="185547" y="1958974"/>
                </a:lnTo>
                <a:lnTo>
                  <a:pt x="211328" y="1999868"/>
                </a:lnTo>
                <a:lnTo>
                  <a:pt x="213741" y="1998217"/>
                </a:lnTo>
                <a:lnTo>
                  <a:pt x="232791" y="2026284"/>
                </a:lnTo>
                <a:lnTo>
                  <a:pt x="259334" y="2062733"/>
                </a:lnTo>
                <a:lnTo>
                  <a:pt x="287020" y="2098166"/>
                </a:lnTo>
                <a:lnTo>
                  <a:pt x="315976" y="2132710"/>
                </a:lnTo>
                <a:lnTo>
                  <a:pt x="346075" y="2165985"/>
                </a:lnTo>
                <a:lnTo>
                  <a:pt x="377190" y="2198370"/>
                </a:lnTo>
                <a:lnTo>
                  <a:pt x="409575" y="2229611"/>
                </a:lnTo>
                <a:lnTo>
                  <a:pt x="442976" y="2259710"/>
                </a:lnTo>
                <a:lnTo>
                  <a:pt x="477393" y="2288666"/>
                </a:lnTo>
                <a:lnTo>
                  <a:pt x="512826" y="2316353"/>
                </a:lnTo>
                <a:lnTo>
                  <a:pt x="549275" y="2342896"/>
                </a:lnTo>
                <a:lnTo>
                  <a:pt x="586613" y="2368041"/>
                </a:lnTo>
                <a:lnTo>
                  <a:pt x="624840" y="2392045"/>
                </a:lnTo>
                <a:lnTo>
                  <a:pt x="663956" y="2414651"/>
                </a:lnTo>
                <a:lnTo>
                  <a:pt x="704088" y="2435986"/>
                </a:lnTo>
                <a:lnTo>
                  <a:pt x="744855" y="2455926"/>
                </a:lnTo>
                <a:lnTo>
                  <a:pt x="786511" y="2474341"/>
                </a:lnTo>
                <a:lnTo>
                  <a:pt x="828802" y="2491359"/>
                </a:lnTo>
                <a:lnTo>
                  <a:pt x="871982" y="2506979"/>
                </a:lnTo>
                <a:lnTo>
                  <a:pt x="915797" y="2521077"/>
                </a:lnTo>
                <a:lnTo>
                  <a:pt x="960247" y="2533522"/>
                </a:lnTo>
                <a:lnTo>
                  <a:pt x="1005332" y="2544572"/>
                </a:lnTo>
                <a:lnTo>
                  <a:pt x="1051052" y="2553842"/>
                </a:lnTo>
                <a:lnTo>
                  <a:pt x="1097407" y="2561590"/>
                </a:lnTo>
                <a:lnTo>
                  <a:pt x="1144143" y="2567685"/>
                </a:lnTo>
                <a:lnTo>
                  <a:pt x="1191514" y="2572004"/>
                </a:lnTo>
                <a:lnTo>
                  <a:pt x="1239393" y="2574671"/>
                </a:lnTo>
                <a:lnTo>
                  <a:pt x="1287652" y="2575560"/>
                </a:lnTo>
                <a:lnTo>
                  <a:pt x="1335913" y="2574671"/>
                </a:lnTo>
                <a:lnTo>
                  <a:pt x="1383665" y="2572004"/>
                </a:lnTo>
                <a:lnTo>
                  <a:pt x="1431036" y="2567685"/>
                </a:lnTo>
                <a:lnTo>
                  <a:pt x="1477899" y="2561590"/>
                </a:lnTo>
                <a:lnTo>
                  <a:pt x="1524127" y="2553842"/>
                </a:lnTo>
                <a:lnTo>
                  <a:pt x="1569847" y="2544572"/>
                </a:lnTo>
                <a:lnTo>
                  <a:pt x="1614932" y="2533522"/>
                </a:lnTo>
                <a:lnTo>
                  <a:pt x="1659382" y="2521077"/>
                </a:lnTo>
                <a:lnTo>
                  <a:pt x="1703197" y="2506979"/>
                </a:lnTo>
                <a:lnTo>
                  <a:pt x="1746377" y="2491359"/>
                </a:lnTo>
                <a:lnTo>
                  <a:pt x="1788795" y="2474341"/>
                </a:lnTo>
                <a:lnTo>
                  <a:pt x="1830324" y="2455926"/>
                </a:lnTo>
                <a:lnTo>
                  <a:pt x="1871218" y="2435986"/>
                </a:lnTo>
                <a:lnTo>
                  <a:pt x="1911223" y="2414651"/>
                </a:lnTo>
                <a:lnTo>
                  <a:pt x="1950339" y="2392045"/>
                </a:lnTo>
                <a:lnTo>
                  <a:pt x="1988693" y="2368041"/>
                </a:lnTo>
                <a:lnTo>
                  <a:pt x="2026030" y="2342896"/>
                </a:lnTo>
                <a:lnTo>
                  <a:pt x="2062352" y="2316353"/>
                </a:lnTo>
                <a:lnTo>
                  <a:pt x="2097786" y="2288666"/>
                </a:lnTo>
                <a:lnTo>
                  <a:pt x="2132329" y="2259710"/>
                </a:lnTo>
                <a:lnTo>
                  <a:pt x="2165604" y="2229611"/>
                </a:lnTo>
                <a:lnTo>
                  <a:pt x="2197989" y="2198370"/>
                </a:lnTo>
                <a:lnTo>
                  <a:pt x="2229230" y="2165985"/>
                </a:lnTo>
                <a:lnTo>
                  <a:pt x="2259329" y="2132710"/>
                </a:lnTo>
                <a:lnTo>
                  <a:pt x="2288159" y="2098166"/>
                </a:lnTo>
                <a:lnTo>
                  <a:pt x="2315972" y="2062733"/>
                </a:lnTo>
                <a:lnTo>
                  <a:pt x="2342388" y="2026284"/>
                </a:lnTo>
                <a:lnTo>
                  <a:pt x="2367661" y="1988946"/>
                </a:lnTo>
                <a:lnTo>
                  <a:pt x="2391537" y="1950720"/>
                </a:lnTo>
                <a:lnTo>
                  <a:pt x="2414270" y="1911477"/>
                </a:lnTo>
                <a:lnTo>
                  <a:pt x="2435479" y="1871471"/>
                </a:lnTo>
                <a:lnTo>
                  <a:pt x="2455418" y="1830704"/>
                </a:lnTo>
                <a:lnTo>
                  <a:pt x="2473833" y="1789048"/>
                </a:lnTo>
                <a:lnTo>
                  <a:pt x="2490978" y="1746630"/>
                </a:lnTo>
                <a:lnTo>
                  <a:pt x="2506472" y="1703577"/>
                </a:lnTo>
                <a:lnTo>
                  <a:pt x="2520569" y="1659762"/>
                </a:lnTo>
                <a:lnTo>
                  <a:pt x="2533015" y="1615185"/>
                </a:lnTo>
                <a:lnTo>
                  <a:pt x="2544064" y="1570101"/>
                </a:lnTo>
                <a:lnTo>
                  <a:pt x="2553335" y="1524380"/>
                </a:lnTo>
                <a:lnTo>
                  <a:pt x="2561082" y="1478026"/>
                </a:lnTo>
                <a:lnTo>
                  <a:pt x="2567178" y="1431289"/>
                </a:lnTo>
                <a:lnTo>
                  <a:pt x="2571496" y="1383918"/>
                </a:lnTo>
                <a:lnTo>
                  <a:pt x="2574163" y="1336039"/>
                </a:lnTo>
                <a:lnTo>
                  <a:pt x="2575052" y="1287779"/>
                </a:lnTo>
                <a:lnTo>
                  <a:pt x="2574163" y="1239519"/>
                </a:lnTo>
                <a:lnTo>
                  <a:pt x="2571496" y="1191640"/>
                </a:lnTo>
                <a:lnTo>
                  <a:pt x="2567178" y="1144269"/>
                </a:lnTo>
                <a:lnTo>
                  <a:pt x="2561082" y="1097533"/>
                </a:lnTo>
                <a:lnTo>
                  <a:pt x="2553335" y="1051178"/>
                </a:lnTo>
                <a:lnTo>
                  <a:pt x="2544064" y="1005458"/>
                </a:lnTo>
                <a:lnTo>
                  <a:pt x="2533015" y="960374"/>
                </a:lnTo>
                <a:lnTo>
                  <a:pt x="2520569" y="915796"/>
                </a:lnTo>
                <a:lnTo>
                  <a:pt x="2506472" y="871981"/>
                </a:lnTo>
                <a:lnTo>
                  <a:pt x="2490978" y="828928"/>
                </a:lnTo>
                <a:lnTo>
                  <a:pt x="2473833" y="786511"/>
                </a:lnTo>
                <a:lnTo>
                  <a:pt x="2455418" y="744854"/>
                </a:lnTo>
                <a:lnTo>
                  <a:pt x="2435479" y="704088"/>
                </a:lnTo>
                <a:lnTo>
                  <a:pt x="2414270" y="664082"/>
                </a:lnTo>
                <a:lnTo>
                  <a:pt x="2391537" y="624839"/>
                </a:lnTo>
                <a:lnTo>
                  <a:pt x="2367661" y="586613"/>
                </a:lnTo>
                <a:lnTo>
                  <a:pt x="2342388" y="549275"/>
                </a:lnTo>
                <a:lnTo>
                  <a:pt x="2315972" y="512825"/>
                </a:lnTo>
                <a:lnTo>
                  <a:pt x="2288159" y="477392"/>
                </a:lnTo>
                <a:lnTo>
                  <a:pt x="2259329" y="442849"/>
                </a:lnTo>
                <a:lnTo>
                  <a:pt x="2229230" y="409575"/>
                </a:lnTo>
                <a:lnTo>
                  <a:pt x="2197989" y="377189"/>
                </a:lnTo>
                <a:lnTo>
                  <a:pt x="2165604" y="345948"/>
                </a:lnTo>
                <a:lnTo>
                  <a:pt x="2132329" y="315849"/>
                </a:lnTo>
                <a:lnTo>
                  <a:pt x="2097786" y="286892"/>
                </a:lnTo>
                <a:lnTo>
                  <a:pt x="2062352" y="259206"/>
                </a:lnTo>
                <a:lnTo>
                  <a:pt x="2026030" y="232663"/>
                </a:lnTo>
                <a:lnTo>
                  <a:pt x="1988693" y="207517"/>
                </a:lnTo>
                <a:lnTo>
                  <a:pt x="1950339" y="183514"/>
                </a:lnTo>
                <a:lnTo>
                  <a:pt x="1911223" y="160908"/>
                </a:lnTo>
                <a:lnTo>
                  <a:pt x="1871218" y="139573"/>
                </a:lnTo>
                <a:lnTo>
                  <a:pt x="1830324" y="119633"/>
                </a:lnTo>
                <a:lnTo>
                  <a:pt x="1788795" y="101218"/>
                </a:lnTo>
                <a:lnTo>
                  <a:pt x="1746377" y="84200"/>
                </a:lnTo>
                <a:lnTo>
                  <a:pt x="1703197" y="68579"/>
                </a:lnTo>
                <a:lnTo>
                  <a:pt x="1659382" y="54482"/>
                </a:lnTo>
                <a:lnTo>
                  <a:pt x="1614932" y="42037"/>
                </a:lnTo>
                <a:lnTo>
                  <a:pt x="1569847" y="30987"/>
                </a:lnTo>
                <a:lnTo>
                  <a:pt x="1524127" y="21716"/>
                </a:lnTo>
                <a:lnTo>
                  <a:pt x="1477899" y="13969"/>
                </a:lnTo>
                <a:lnTo>
                  <a:pt x="1431036" y="7874"/>
                </a:lnTo>
                <a:lnTo>
                  <a:pt x="1383665" y="3555"/>
                </a:lnTo>
                <a:lnTo>
                  <a:pt x="1335913" y="888"/>
                </a:lnTo>
                <a:lnTo>
                  <a:pt x="1287652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910072" y="868680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1554479" h="1554480">
                <a:moveTo>
                  <a:pt x="783971" y="0"/>
                </a:moveTo>
                <a:lnTo>
                  <a:pt x="739648" y="888"/>
                </a:lnTo>
                <a:lnTo>
                  <a:pt x="695578" y="4317"/>
                </a:lnTo>
                <a:lnTo>
                  <a:pt x="651763" y="10287"/>
                </a:lnTo>
                <a:lnTo>
                  <a:pt x="608329" y="18668"/>
                </a:lnTo>
                <a:lnTo>
                  <a:pt x="565403" y="29463"/>
                </a:lnTo>
                <a:lnTo>
                  <a:pt x="523239" y="42672"/>
                </a:lnTo>
                <a:lnTo>
                  <a:pt x="481711" y="58292"/>
                </a:lnTo>
                <a:lnTo>
                  <a:pt x="441198" y="76326"/>
                </a:lnTo>
                <a:lnTo>
                  <a:pt x="401574" y="96647"/>
                </a:lnTo>
                <a:lnTo>
                  <a:pt x="363092" y="119379"/>
                </a:lnTo>
                <a:lnTo>
                  <a:pt x="325754" y="144399"/>
                </a:lnTo>
                <a:lnTo>
                  <a:pt x="289687" y="171703"/>
                </a:lnTo>
                <a:lnTo>
                  <a:pt x="255142" y="201294"/>
                </a:lnTo>
                <a:lnTo>
                  <a:pt x="222123" y="233044"/>
                </a:lnTo>
                <a:lnTo>
                  <a:pt x="190880" y="267080"/>
                </a:lnTo>
                <a:lnTo>
                  <a:pt x="161289" y="303275"/>
                </a:lnTo>
                <a:lnTo>
                  <a:pt x="133603" y="341756"/>
                </a:lnTo>
                <a:lnTo>
                  <a:pt x="108203" y="381762"/>
                </a:lnTo>
                <a:lnTo>
                  <a:pt x="85598" y="422655"/>
                </a:lnTo>
                <a:lnTo>
                  <a:pt x="65658" y="464438"/>
                </a:lnTo>
                <a:lnTo>
                  <a:pt x="48387" y="506984"/>
                </a:lnTo>
                <a:lnTo>
                  <a:pt x="33781" y="550037"/>
                </a:lnTo>
                <a:lnTo>
                  <a:pt x="21843" y="593598"/>
                </a:lnTo>
                <a:lnTo>
                  <a:pt x="12573" y="637539"/>
                </a:lnTo>
                <a:lnTo>
                  <a:pt x="5841" y="681736"/>
                </a:lnTo>
                <a:lnTo>
                  <a:pt x="1650" y="726059"/>
                </a:lnTo>
                <a:lnTo>
                  <a:pt x="0" y="770381"/>
                </a:lnTo>
                <a:lnTo>
                  <a:pt x="888" y="814704"/>
                </a:lnTo>
                <a:lnTo>
                  <a:pt x="4317" y="858774"/>
                </a:lnTo>
                <a:lnTo>
                  <a:pt x="10287" y="902588"/>
                </a:lnTo>
                <a:lnTo>
                  <a:pt x="18668" y="946023"/>
                </a:lnTo>
                <a:lnTo>
                  <a:pt x="29463" y="988949"/>
                </a:lnTo>
                <a:lnTo>
                  <a:pt x="42672" y="1031113"/>
                </a:lnTo>
                <a:lnTo>
                  <a:pt x="58292" y="1072514"/>
                </a:lnTo>
                <a:lnTo>
                  <a:pt x="76326" y="1113154"/>
                </a:lnTo>
                <a:lnTo>
                  <a:pt x="96647" y="1152778"/>
                </a:lnTo>
                <a:lnTo>
                  <a:pt x="119379" y="1191259"/>
                </a:lnTo>
                <a:lnTo>
                  <a:pt x="144399" y="1228597"/>
                </a:lnTo>
                <a:lnTo>
                  <a:pt x="171703" y="1264665"/>
                </a:lnTo>
                <a:lnTo>
                  <a:pt x="201167" y="1299209"/>
                </a:lnTo>
                <a:lnTo>
                  <a:pt x="233044" y="1332229"/>
                </a:lnTo>
                <a:lnTo>
                  <a:pt x="267080" y="1363598"/>
                </a:lnTo>
                <a:lnTo>
                  <a:pt x="303275" y="1393189"/>
                </a:lnTo>
                <a:lnTo>
                  <a:pt x="341756" y="1420876"/>
                </a:lnTo>
                <a:lnTo>
                  <a:pt x="381762" y="1446148"/>
                </a:lnTo>
                <a:lnTo>
                  <a:pt x="422655" y="1468754"/>
                </a:lnTo>
                <a:lnTo>
                  <a:pt x="464438" y="1488694"/>
                </a:lnTo>
                <a:lnTo>
                  <a:pt x="506856" y="1505965"/>
                </a:lnTo>
                <a:lnTo>
                  <a:pt x="549910" y="1520570"/>
                </a:lnTo>
                <a:lnTo>
                  <a:pt x="593471" y="1532508"/>
                </a:lnTo>
                <a:lnTo>
                  <a:pt x="637412" y="1541779"/>
                </a:lnTo>
                <a:lnTo>
                  <a:pt x="681608" y="1548510"/>
                </a:lnTo>
                <a:lnTo>
                  <a:pt x="726058" y="1552702"/>
                </a:lnTo>
                <a:lnTo>
                  <a:pt x="770381" y="1554352"/>
                </a:lnTo>
                <a:lnTo>
                  <a:pt x="814704" y="1553337"/>
                </a:lnTo>
                <a:lnTo>
                  <a:pt x="858774" y="1549908"/>
                </a:lnTo>
                <a:lnTo>
                  <a:pt x="902588" y="1544065"/>
                </a:lnTo>
                <a:lnTo>
                  <a:pt x="946023" y="1535683"/>
                </a:lnTo>
                <a:lnTo>
                  <a:pt x="988822" y="1524889"/>
                </a:lnTo>
                <a:lnTo>
                  <a:pt x="1031112" y="1511681"/>
                </a:lnTo>
                <a:lnTo>
                  <a:pt x="1072514" y="1495933"/>
                </a:lnTo>
                <a:lnTo>
                  <a:pt x="1113154" y="1478026"/>
                </a:lnTo>
                <a:lnTo>
                  <a:pt x="1152778" y="1457578"/>
                </a:lnTo>
                <a:lnTo>
                  <a:pt x="1191259" y="1434972"/>
                </a:lnTo>
                <a:lnTo>
                  <a:pt x="1228598" y="1409953"/>
                </a:lnTo>
                <a:lnTo>
                  <a:pt x="1264538" y="1382648"/>
                </a:lnTo>
                <a:lnTo>
                  <a:pt x="1299209" y="1353058"/>
                </a:lnTo>
                <a:lnTo>
                  <a:pt x="1332102" y="1321308"/>
                </a:lnTo>
                <a:lnTo>
                  <a:pt x="1363472" y="1287271"/>
                </a:lnTo>
                <a:lnTo>
                  <a:pt x="1393062" y="1250950"/>
                </a:lnTo>
                <a:lnTo>
                  <a:pt x="1420876" y="1212595"/>
                </a:lnTo>
                <a:lnTo>
                  <a:pt x="1446149" y="1172590"/>
                </a:lnTo>
                <a:lnTo>
                  <a:pt x="1468754" y="1131570"/>
                </a:lnTo>
                <a:lnTo>
                  <a:pt x="1488694" y="1089914"/>
                </a:lnTo>
                <a:lnTo>
                  <a:pt x="1505966" y="1047369"/>
                </a:lnTo>
                <a:lnTo>
                  <a:pt x="1520571" y="1004315"/>
                </a:lnTo>
                <a:lnTo>
                  <a:pt x="1532508" y="960754"/>
                </a:lnTo>
                <a:lnTo>
                  <a:pt x="1541906" y="916813"/>
                </a:lnTo>
                <a:lnTo>
                  <a:pt x="1548637" y="872616"/>
                </a:lnTo>
                <a:lnTo>
                  <a:pt x="1552702" y="828293"/>
                </a:lnTo>
                <a:lnTo>
                  <a:pt x="1554352" y="783843"/>
                </a:lnTo>
                <a:lnTo>
                  <a:pt x="1553463" y="739520"/>
                </a:lnTo>
                <a:lnTo>
                  <a:pt x="1550034" y="695451"/>
                </a:lnTo>
                <a:lnTo>
                  <a:pt x="1544066" y="651637"/>
                </a:lnTo>
                <a:lnTo>
                  <a:pt x="1535810" y="608329"/>
                </a:lnTo>
                <a:lnTo>
                  <a:pt x="1524888" y="565403"/>
                </a:lnTo>
                <a:lnTo>
                  <a:pt x="1511680" y="523239"/>
                </a:lnTo>
                <a:lnTo>
                  <a:pt x="1496059" y="481711"/>
                </a:lnTo>
                <a:lnTo>
                  <a:pt x="1478026" y="441198"/>
                </a:lnTo>
                <a:lnTo>
                  <a:pt x="1457705" y="401574"/>
                </a:lnTo>
                <a:lnTo>
                  <a:pt x="1434973" y="362965"/>
                </a:lnTo>
                <a:lnTo>
                  <a:pt x="1409953" y="325627"/>
                </a:lnTo>
                <a:lnTo>
                  <a:pt x="1382776" y="289687"/>
                </a:lnTo>
                <a:lnTo>
                  <a:pt x="1353184" y="255142"/>
                </a:lnTo>
                <a:lnTo>
                  <a:pt x="1321307" y="222123"/>
                </a:lnTo>
                <a:lnTo>
                  <a:pt x="1287272" y="190753"/>
                </a:lnTo>
                <a:lnTo>
                  <a:pt x="1251077" y="161162"/>
                </a:lnTo>
                <a:lnTo>
                  <a:pt x="1212723" y="133476"/>
                </a:lnTo>
                <a:lnTo>
                  <a:pt x="1172718" y="108076"/>
                </a:lnTo>
                <a:lnTo>
                  <a:pt x="1131697" y="85470"/>
                </a:lnTo>
                <a:lnTo>
                  <a:pt x="1089913" y="65531"/>
                </a:lnTo>
                <a:lnTo>
                  <a:pt x="1047496" y="48387"/>
                </a:lnTo>
                <a:lnTo>
                  <a:pt x="1004443" y="33781"/>
                </a:lnTo>
                <a:lnTo>
                  <a:pt x="960881" y="21843"/>
                </a:lnTo>
                <a:lnTo>
                  <a:pt x="916939" y="12445"/>
                </a:lnTo>
                <a:lnTo>
                  <a:pt x="872744" y="5714"/>
                </a:lnTo>
                <a:lnTo>
                  <a:pt x="828294" y="1650"/>
                </a:lnTo>
                <a:lnTo>
                  <a:pt x="783971" y="0"/>
                </a:lnTo>
                <a:close/>
              </a:path>
            </a:pathLst>
          </a:custGeom>
          <a:solidFill>
            <a:srgbClr val="57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565647" y="356616"/>
            <a:ext cx="1124585" cy="1286510"/>
          </a:xfrm>
          <a:custGeom>
            <a:avLst/>
            <a:gdLst/>
            <a:ahLst/>
            <a:cxnLst/>
            <a:rect l="l" t="t" r="r" b="b"/>
            <a:pathLst>
              <a:path w="1124584" h="1286510">
                <a:moveTo>
                  <a:pt x="1124457" y="0"/>
                </a:moveTo>
                <a:lnTo>
                  <a:pt x="1074674" y="1015"/>
                </a:lnTo>
                <a:lnTo>
                  <a:pt x="1025144" y="3809"/>
                </a:lnTo>
                <a:lnTo>
                  <a:pt x="975995" y="8508"/>
                </a:lnTo>
                <a:lnTo>
                  <a:pt x="927226" y="15112"/>
                </a:lnTo>
                <a:lnTo>
                  <a:pt x="878966" y="23494"/>
                </a:lnTo>
                <a:lnTo>
                  <a:pt x="831214" y="33654"/>
                </a:lnTo>
                <a:lnTo>
                  <a:pt x="783971" y="45719"/>
                </a:lnTo>
                <a:lnTo>
                  <a:pt x="737362" y="59308"/>
                </a:lnTo>
                <a:lnTo>
                  <a:pt x="691388" y="74802"/>
                </a:lnTo>
                <a:lnTo>
                  <a:pt x="646049" y="91948"/>
                </a:lnTo>
                <a:lnTo>
                  <a:pt x="601599" y="110616"/>
                </a:lnTo>
                <a:lnTo>
                  <a:pt x="557784" y="131063"/>
                </a:lnTo>
                <a:lnTo>
                  <a:pt x="514857" y="153034"/>
                </a:lnTo>
                <a:lnTo>
                  <a:pt x="472693" y="176656"/>
                </a:lnTo>
                <a:lnTo>
                  <a:pt x="431546" y="201802"/>
                </a:lnTo>
                <a:lnTo>
                  <a:pt x="391287" y="228473"/>
                </a:lnTo>
                <a:lnTo>
                  <a:pt x="352171" y="256666"/>
                </a:lnTo>
                <a:lnTo>
                  <a:pt x="313943" y="286257"/>
                </a:lnTo>
                <a:lnTo>
                  <a:pt x="276860" y="317373"/>
                </a:lnTo>
                <a:lnTo>
                  <a:pt x="240918" y="349884"/>
                </a:lnTo>
                <a:lnTo>
                  <a:pt x="206248" y="383793"/>
                </a:lnTo>
                <a:lnTo>
                  <a:pt x="172719" y="419100"/>
                </a:lnTo>
                <a:lnTo>
                  <a:pt x="140462" y="455675"/>
                </a:lnTo>
                <a:lnTo>
                  <a:pt x="109600" y="493649"/>
                </a:lnTo>
                <a:lnTo>
                  <a:pt x="80010" y="532891"/>
                </a:lnTo>
                <a:lnTo>
                  <a:pt x="51815" y="573404"/>
                </a:lnTo>
                <a:lnTo>
                  <a:pt x="25146" y="615188"/>
                </a:lnTo>
                <a:lnTo>
                  <a:pt x="0" y="658113"/>
                </a:lnTo>
                <a:lnTo>
                  <a:pt x="1124457" y="1286255"/>
                </a:lnTo>
                <a:lnTo>
                  <a:pt x="1124457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470903" y="348081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53035" y="0"/>
                </a:moveTo>
                <a:lnTo>
                  <a:pt x="102870" y="10413"/>
                </a:lnTo>
                <a:lnTo>
                  <a:pt x="58547" y="36067"/>
                </a:lnTo>
                <a:lnTo>
                  <a:pt x="25526" y="73024"/>
                </a:lnTo>
                <a:lnTo>
                  <a:pt x="5587" y="117728"/>
                </a:lnTo>
                <a:lnTo>
                  <a:pt x="0" y="166877"/>
                </a:lnTo>
                <a:lnTo>
                  <a:pt x="10413" y="217042"/>
                </a:lnTo>
                <a:lnTo>
                  <a:pt x="159893" y="160019"/>
                </a:lnTo>
                <a:lnTo>
                  <a:pt x="115443" y="313689"/>
                </a:lnTo>
                <a:lnTo>
                  <a:pt x="140843" y="318896"/>
                </a:lnTo>
                <a:lnTo>
                  <a:pt x="166624" y="319912"/>
                </a:lnTo>
                <a:lnTo>
                  <a:pt x="192150" y="316737"/>
                </a:lnTo>
                <a:lnTo>
                  <a:pt x="261366" y="283844"/>
                </a:lnTo>
                <a:lnTo>
                  <a:pt x="294259" y="247014"/>
                </a:lnTo>
                <a:lnTo>
                  <a:pt x="314325" y="202183"/>
                </a:lnTo>
                <a:lnTo>
                  <a:pt x="319913" y="153034"/>
                </a:lnTo>
                <a:lnTo>
                  <a:pt x="309499" y="102869"/>
                </a:lnTo>
                <a:lnTo>
                  <a:pt x="283845" y="58546"/>
                </a:lnTo>
                <a:lnTo>
                  <a:pt x="246888" y="25526"/>
                </a:lnTo>
                <a:lnTo>
                  <a:pt x="202184" y="5587"/>
                </a:lnTo>
                <a:lnTo>
                  <a:pt x="153035" y="0"/>
                </a:lnTo>
                <a:close/>
              </a:path>
            </a:pathLst>
          </a:custGeom>
          <a:solidFill>
            <a:srgbClr val="FFFFFF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915111" y="2728341"/>
            <a:ext cx="2036445" cy="70485"/>
          </a:xfrm>
          <a:custGeom>
            <a:avLst/>
            <a:gdLst/>
            <a:ahLst/>
            <a:cxnLst/>
            <a:rect l="l" t="t" r="r" b="b"/>
            <a:pathLst>
              <a:path w="2036445" h="70485">
                <a:moveTo>
                  <a:pt x="2036114" y="0"/>
                </a:moveTo>
                <a:lnTo>
                  <a:pt x="0" y="0"/>
                </a:lnTo>
                <a:lnTo>
                  <a:pt x="0" y="70104"/>
                </a:lnTo>
                <a:lnTo>
                  <a:pt x="2036114" y="70104"/>
                </a:lnTo>
                <a:lnTo>
                  <a:pt x="20361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2614" y="2247341"/>
            <a:ext cx="733877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7472"/>
            <a:ext cx="6400800" cy="128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4770"/>
          </a:xfrm>
          <a:custGeom>
            <a:avLst/>
            <a:gdLst/>
            <a:ahLst/>
            <a:cxnLst/>
            <a:rect l="l" t="t" r="r" b="b"/>
            <a:pathLst>
              <a:path w="9144000" h="5144770">
                <a:moveTo>
                  <a:pt x="9144000" y="0"/>
                </a:moveTo>
                <a:lnTo>
                  <a:pt x="0" y="0"/>
                </a:lnTo>
                <a:lnTo>
                  <a:pt x="0" y="5144643"/>
                </a:lnTo>
                <a:lnTo>
                  <a:pt x="9144000" y="5144643"/>
                </a:lnTo>
                <a:lnTo>
                  <a:pt x="9144000" y="0"/>
                </a:lnTo>
                <a:close/>
              </a:path>
            </a:pathLst>
          </a:custGeom>
          <a:solidFill>
            <a:srgbClr val="0961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24840" y="798576"/>
            <a:ext cx="502920" cy="499745"/>
          </a:xfrm>
          <a:custGeom>
            <a:avLst/>
            <a:gdLst/>
            <a:ahLst/>
            <a:cxnLst/>
            <a:rect l="l" t="t" r="r" b="b"/>
            <a:pathLst>
              <a:path w="502919" h="499744">
                <a:moveTo>
                  <a:pt x="500506" y="0"/>
                </a:moveTo>
                <a:lnTo>
                  <a:pt x="0" y="0"/>
                </a:lnTo>
                <a:lnTo>
                  <a:pt x="2387" y="49149"/>
                </a:lnTo>
                <a:lnTo>
                  <a:pt x="9220" y="95885"/>
                </a:lnTo>
                <a:lnTo>
                  <a:pt x="20281" y="141224"/>
                </a:lnTo>
                <a:lnTo>
                  <a:pt x="35356" y="184785"/>
                </a:lnTo>
                <a:lnTo>
                  <a:pt x="54241" y="226314"/>
                </a:lnTo>
                <a:lnTo>
                  <a:pt x="76733" y="265811"/>
                </a:lnTo>
                <a:lnTo>
                  <a:pt x="102615" y="303022"/>
                </a:lnTo>
                <a:lnTo>
                  <a:pt x="131673" y="337566"/>
                </a:lnTo>
                <a:lnTo>
                  <a:pt x="163690" y="369443"/>
                </a:lnTo>
                <a:lnTo>
                  <a:pt x="198475" y="398272"/>
                </a:lnTo>
                <a:lnTo>
                  <a:pt x="235800" y="423926"/>
                </a:lnTo>
                <a:lnTo>
                  <a:pt x="275475" y="446151"/>
                </a:lnTo>
                <a:lnTo>
                  <a:pt x="317284" y="464820"/>
                </a:lnTo>
                <a:lnTo>
                  <a:pt x="360997" y="479679"/>
                </a:lnTo>
                <a:lnTo>
                  <a:pt x="406412" y="490601"/>
                </a:lnTo>
                <a:lnTo>
                  <a:pt x="453326" y="497205"/>
                </a:lnTo>
                <a:lnTo>
                  <a:pt x="501548" y="499364"/>
                </a:lnTo>
                <a:lnTo>
                  <a:pt x="501116" y="298323"/>
                </a:lnTo>
                <a:lnTo>
                  <a:pt x="502653" y="298450"/>
                </a:lnTo>
                <a:lnTo>
                  <a:pt x="502031" y="1524"/>
                </a:lnTo>
                <a:lnTo>
                  <a:pt x="500506" y="1524"/>
                </a:lnTo>
                <a:lnTo>
                  <a:pt x="500506" y="0"/>
                </a:lnTo>
                <a:close/>
              </a:path>
            </a:pathLst>
          </a:custGeom>
          <a:solidFill>
            <a:srgbClr val="424242">
              <a:alpha val="125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5926"/>
            <a:ext cx="3977640" cy="3403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5926"/>
            <a:ext cx="3977640" cy="3403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4770"/>
          </a:xfrm>
          <a:custGeom>
            <a:avLst/>
            <a:gdLst/>
            <a:ahLst/>
            <a:cxnLst/>
            <a:rect l="l" t="t" r="r" b="b"/>
            <a:pathLst>
              <a:path w="9144000" h="5144770">
                <a:moveTo>
                  <a:pt x="9144000" y="0"/>
                </a:moveTo>
                <a:lnTo>
                  <a:pt x="0" y="0"/>
                </a:lnTo>
                <a:lnTo>
                  <a:pt x="0" y="5144643"/>
                </a:lnTo>
                <a:lnTo>
                  <a:pt x="9144000" y="5144643"/>
                </a:lnTo>
                <a:lnTo>
                  <a:pt x="9144000" y="0"/>
                </a:lnTo>
                <a:close/>
              </a:path>
            </a:pathLst>
          </a:custGeom>
          <a:solidFill>
            <a:srgbClr val="3B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24840" y="798576"/>
            <a:ext cx="502920" cy="499745"/>
          </a:xfrm>
          <a:custGeom>
            <a:avLst/>
            <a:gdLst/>
            <a:ahLst/>
            <a:cxnLst/>
            <a:rect l="l" t="t" r="r" b="b"/>
            <a:pathLst>
              <a:path w="502919" h="499744">
                <a:moveTo>
                  <a:pt x="500506" y="0"/>
                </a:moveTo>
                <a:lnTo>
                  <a:pt x="0" y="0"/>
                </a:lnTo>
                <a:lnTo>
                  <a:pt x="2387" y="49149"/>
                </a:lnTo>
                <a:lnTo>
                  <a:pt x="9220" y="95885"/>
                </a:lnTo>
                <a:lnTo>
                  <a:pt x="20281" y="141224"/>
                </a:lnTo>
                <a:lnTo>
                  <a:pt x="35356" y="184785"/>
                </a:lnTo>
                <a:lnTo>
                  <a:pt x="54241" y="226314"/>
                </a:lnTo>
                <a:lnTo>
                  <a:pt x="76733" y="265811"/>
                </a:lnTo>
                <a:lnTo>
                  <a:pt x="102615" y="303022"/>
                </a:lnTo>
                <a:lnTo>
                  <a:pt x="131673" y="337566"/>
                </a:lnTo>
                <a:lnTo>
                  <a:pt x="163690" y="369443"/>
                </a:lnTo>
                <a:lnTo>
                  <a:pt x="198475" y="398272"/>
                </a:lnTo>
                <a:lnTo>
                  <a:pt x="235800" y="423926"/>
                </a:lnTo>
                <a:lnTo>
                  <a:pt x="275475" y="446151"/>
                </a:lnTo>
                <a:lnTo>
                  <a:pt x="317284" y="464820"/>
                </a:lnTo>
                <a:lnTo>
                  <a:pt x="360997" y="479679"/>
                </a:lnTo>
                <a:lnTo>
                  <a:pt x="406412" y="490601"/>
                </a:lnTo>
                <a:lnTo>
                  <a:pt x="453326" y="497205"/>
                </a:lnTo>
                <a:lnTo>
                  <a:pt x="501548" y="499364"/>
                </a:lnTo>
                <a:lnTo>
                  <a:pt x="501116" y="298323"/>
                </a:lnTo>
                <a:lnTo>
                  <a:pt x="502653" y="298450"/>
                </a:lnTo>
                <a:lnTo>
                  <a:pt x="502031" y="1524"/>
                </a:lnTo>
                <a:lnTo>
                  <a:pt x="500506" y="1524"/>
                </a:lnTo>
                <a:lnTo>
                  <a:pt x="500506" y="0"/>
                </a:lnTo>
                <a:close/>
              </a:path>
            </a:pathLst>
          </a:custGeom>
          <a:solidFill>
            <a:srgbClr val="424242">
              <a:alpha val="125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9069" y="424637"/>
            <a:ext cx="2705861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5926"/>
            <a:ext cx="8229600" cy="3403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95266"/>
            <a:ext cx="292608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95266"/>
            <a:ext cx="210312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28-Dec-23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95266"/>
            <a:ext cx="210312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mailto:Ashutosh@360brightmedia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614" y="2247341"/>
            <a:ext cx="20504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3600" b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7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3023" y="3640937"/>
            <a:ext cx="288544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i="1" spc="55" dirty="0">
                <a:solidFill>
                  <a:srgbClr val="FFFFFF"/>
                </a:solidFill>
                <a:latin typeface="Arial"/>
                <a:cs typeface="Arial"/>
              </a:rPr>
              <a:t>Stall</a:t>
            </a:r>
            <a:r>
              <a:rPr sz="22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FFFF"/>
                </a:solidFill>
                <a:latin typeface="Arial"/>
                <a:cs typeface="Arial"/>
              </a:rPr>
              <a:t>Designs</a:t>
            </a:r>
            <a:r>
              <a:rPr sz="22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2200" i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spc="-190" dirty="0">
                <a:solidFill>
                  <a:srgbClr val="FFFFFF"/>
                </a:solidFill>
                <a:latin typeface="Arial"/>
                <a:cs typeface="Arial"/>
              </a:rPr>
              <a:t>far……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11" y="231647"/>
            <a:ext cx="3407664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1" y="112774"/>
            <a:ext cx="8753856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91" y="79248"/>
            <a:ext cx="8205216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91" y="262128"/>
            <a:ext cx="820521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757BC1-C50F-4BCE-8103-E691761E6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49250"/>
            <a:ext cx="7848600" cy="44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EC252-C68A-485F-85CD-4C2333C4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34937"/>
            <a:ext cx="83058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5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1" y="274320"/>
            <a:ext cx="8162544" cy="4593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183" y="143256"/>
            <a:ext cx="6961632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8392"/>
            <a:ext cx="8601456" cy="4840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191" y="152400"/>
            <a:ext cx="7050024" cy="48402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536" y="143256"/>
            <a:ext cx="6662927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983" y="146304"/>
            <a:ext cx="6352032" cy="4849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" y="48766"/>
            <a:ext cx="7687056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2" y="152400"/>
            <a:ext cx="8601456" cy="48402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2" y="155448"/>
            <a:ext cx="8601456" cy="48402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5448"/>
            <a:ext cx="8601456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216" y="152400"/>
            <a:ext cx="6449568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" y="128014"/>
            <a:ext cx="8735568" cy="4910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2" y="121920"/>
            <a:ext cx="8601456" cy="48402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08" y="173736"/>
            <a:ext cx="7900416" cy="47945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52" y="192023"/>
            <a:ext cx="7287768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069" y="424637"/>
            <a:ext cx="1433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Contact</a:t>
            </a:r>
            <a:r>
              <a:rPr spc="-125" dirty="0"/>
              <a:t> </a:t>
            </a:r>
            <a:r>
              <a:rPr spc="-25" dirty="0"/>
              <a:t>Us: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727" y="777062"/>
            <a:ext cx="1696085" cy="1526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5"/>
              </a:spcBef>
            </a:pPr>
            <a:r>
              <a:rPr sz="1700" b="1" spc="-15" dirty="0">
                <a:solidFill>
                  <a:srgbClr val="FFFFFF"/>
                </a:solidFill>
                <a:latin typeface="Arial"/>
                <a:cs typeface="Arial"/>
              </a:rPr>
              <a:t>Ashutosh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ts val="2005"/>
              </a:lnSpc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Pandey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+91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8850475971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 dirty="0">
              <a:latin typeface="Arial"/>
              <a:cs typeface="Arial"/>
            </a:endParaRPr>
          </a:p>
          <a:p>
            <a:pPr marL="12700">
              <a:lnSpc>
                <a:spcPts val="2030"/>
              </a:lnSpc>
            </a:pPr>
            <a:r>
              <a:rPr lang="en-US" sz="1700" b="1" spc="70" dirty="0">
                <a:solidFill>
                  <a:srgbClr val="FFFFFF"/>
                </a:solidFill>
                <a:latin typeface="Arial"/>
                <a:cs typeface="Arial"/>
              </a:rPr>
              <a:t>DEEPAL DALVI </a:t>
            </a:r>
          </a:p>
          <a:p>
            <a:pPr marL="12700">
              <a:lnSpc>
                <a:spcPts val="2030"/>
              </a:lnSpc>
            </a:pPr>
            <a:r>
              <a:rPr lang="en-US" sz="1700" b="1" spc="70" dirty="0">
                <a:solidFill>
                  <a:srgbClr val="FFFFFF"/>
                </a:solidFill>
                <a:latin typeface="Arial"/>
                <a:cs typeface="Arial"/>
              </a:rPr>
              <a:t>9892685668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394" y="3526358"/>
            <a:ext cx="3338829" cy="807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0275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Website: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FFFF"/>
                </a:solidFill>
                <a:latin typeface="Arial"/>
                <a:cs typeface="Arial"/>
                <a:hlinkClick r:id="rId2"/>
              </a:rPr>
              <a:t>Ashutosh@360brightmedia.com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65320" y="1014984"/>
            <a:ext cx="4078604" cy="1905000"/>
            <a:chOff x="4465320" y="1014984"/>
            <a:chExt cx="4078604" cy="1905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320" y="1014984"/>
              <a:ext cx="4078224" cy="1905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5904" y="1094232"/>
              <a:ext cx="3877055" cy="17465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1728" y="1210056"/>
              <a:ext cx="3651504" cy="15209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80204" y="1205484"/>
              <a:ext cx="3660775" cy="1532890"/>
            </a:xfrm>
            <a:custGeom>
              <a:avLst/>
              <a:gdLst/>
              <a:ahLst/>
              <a:cxnLst/>
              <a:rect l="l" t="t" r="r" b="b"/>
              <a:pathLst>
                <a:path w="3660775" h="1532889">
                  <a:moveTo>
                    <a:pt x="0" y="1532890"/>
                  </a:moveTo>
                  <a:lnTo>
                    <a:pt x="3660521" y="1532890"/>
                  </a:lnTo>
                  <a:lnTo>
                    <a:pt x="3660521" y="0"/>
                  </a:lnTo>
                  <a:lnTo>
                    <a:pt x="0" y="0"/>
                  </a:lnTo>
                  <a:lnTo>
                    <a:pt x="0" y="1532890"/>
                  </a:lnTo>
                  <a:close/>
                </a:path>
              </a:pathLst>
            </a:custGeom>
            <a:ln w="914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25</Words>
  <Application>Microsoft Office PowerPoint</Application>
  <PresentationFormat>Custom</PresentationFormat>
  <Paragraphs>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Us: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2023-12-28T08:12:28Z</dcterms:created>
  <dcterms:modified xsi:type="dcterms:W3CDTF">2023-12-28T09:44:22Z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2023-12-28T00:00:00Z</vt:filetime>
  </property>
</Properties>
</file>